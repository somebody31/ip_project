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7" d="100"/>
          <a:sy n="57" d="100"/>
        </p:scale>
        <p:origin x="924" y="3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B61E5-53C6-A858-ED14-D6E0F4EA6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ECA41C-29B5-2BAD-BBC6-85E851755A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7D8F81-B121-5DE4-DD7E-BB30923725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D8356F-6740-7471-2BC8-C7BBE4C955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B12EC6-DB4F-DDD5-1444-A294A4FEA1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AF9513-CFB5-7672-3DD3-0C9E951456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CFFA1-F75D-3CCD-444C-464362E826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82240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14588932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1975833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2587626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107516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8379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453597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1459674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2816736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793879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56279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6715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28089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4242295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9575558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6240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452336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14312064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0906323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3683992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35108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61657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13145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024138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71068111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6527416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40327338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21557889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7859934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7816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784811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93045173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501050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9876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2809337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982006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03242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0929139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06950864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81487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4593709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021593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93793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4776753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IN"/>
          </a:p>
        </p:txBody>
      </p:sp>
      <p:sp>
        <p:nvSpPr>
          <p:cNvPr id="457893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12145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20550293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440580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8175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1445295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0402662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824596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771416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41069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809166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0205623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7352891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015192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81944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325645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17289404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94240718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0384845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54764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Simple Fog Dehazing for Object Detection</a:t>
            </a:r>
            <a:endParaRPr lang="en-IN"/>
          </a:p>
        </p:txBody>
      </p:sp>
      <p:sp>
        <p:nvSpPr>
          <p:cNvPr id="1300468631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Vishal - 24XV1M6606</a:t>
            </a:r>
            <a:endParaRPr/>
          </a:p>
          <a:p>
            <a:pPr>
              <a:defRPr/>
            </a:pPr>
            <a:r>
              <a:rPr lang="en-US"/>
              <a:t>Chetan - 24XV1M6608</a:t>
            </a:r>
            <a:endParaRPr/>
          </a:p>
          <a:p>
            <a:pPr>
              <a:defRPr/>
            </a:pPr>
            <a:r>
              <a:rPr lang="en-US"/>
              <a:t>Sathwik - 24XV1M6645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1808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Motivation</a:t>
            </a:r>
            <a:endParaRPr lang="en-IN"/>
          </a:p>
        </p:txBody>
      </p:sp>
      <p:sp>
        <p:nvSpPr>
          <p:cNvPr id="5995685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Fog scatters and absorbs light, reducing contrast and hiding edges, so object detectors trained on clear-weather images miss cars, pedestrians, and cyclists in foggy scenes</a:t>
            </a:r>
            <a:endParaRPr/>
          </a:p>
          <a:p>
            <a:pPr>
              <a:defRPr/>
            </a:pPr>
            <a:r>
              <a:rPr lang="en-US"/>
              <a:t>Reliable detection in fog matters for safety-critical systems — autonomous vehicles, traffic monitoring, surveillance — where a missed detection has real consequences</a:t>
            </a:r>
            <a:endParaRPr/>
          </a:p>
          <a:p>
            <a:pPr>
              <a:defRPr/>
            </a:pPr>
            <a:r>
              <a:rPr lang="en-US"/>
              <a:t>The same dehaze-then-detect pipeline extends to drone/aerial imaging, maritime navigation, and any outdoor vision system that must work through haze, smoke, or low visibility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9052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Objective </a:t>
            </a:r>
            <a:endParaRPr lang="en-IN"/>
          </a:p>
        </p:txBody>
      </p:sp>
      <p:sp>
        <p:nvSpPr>
          <p:cNvPr id="538955012" name="Content Placeholder 2"/>
          <p:cNvSpPr>
            <a:spLocks noGrp="1"/>
          </p:cNvSpPr>
          <p:nvPr>
            <p:ph idx="1"/>
          </p:nvPr>
        </p:nvSpPr>
        <p:spPr bwMode="auto">
          <a:xfrm>
            <a:off x="838199" y="1690687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en-US"/>
              <a:t>Aim: dehaze a foggy photo using classical image processing (Dark Channel Prior) and measure whether an object detector (YOLOv8n) finds more objects, with higher confidence, after dehazing than before — then use this as a baseline to compare against a learned deep-learning dehazing method (as in ADAM-Dehaze)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1391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Traditional Method: Dark Channel Prior</a:t>
            </a:r>
            <a:endParaRPr lang="en-IN"/>
          </a:p>
        </p:txBody>
      </p:sp>
      <p:sp>
        <p:nvSpPr>
          <p:cNvPr id="21443949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Implemented from scratch (DCP): dark channel → atmospheric light → transmission map → guided-filter refinement → invert scattering model for the clear image</a:t>
            </a:r>
            <a:endParaRPr/>
          </a:p>
          <a:p>
            <a:pPr>
              <a:defRPr/>
            </a:pPr>
            <a:r>
              <a:rPr lang="en-US"/>
              <a:t>Metrics: PSNR vs. original (synthetic fog tests); haze-density score (auto light/medium/heavy); YOLOv8n detection count &amp; confidence before vs. after</a:t>
            </a:r>
            <a:endParaRPr/>
          </a:p>
          <a:p>
            <a:pPr>
              <a:defRPr/>
            </a:pPr>
            <a:r>
              <a:rPr lang="en-US"/>
              <a:t>Full pipeline: load → optional synthetic fog → DCP dehaze → YOLOv8n detect → comparison panel + report</a:t>
            </a:r>
            <a:endParaRPr/>
          </a:p>
          <a:p>
            <a:pPr>
              <a:defRPr/>
            </a:pPr>
            <a:r>
              <a:rPr lang="en-US"/>
              <a:t>Status: pipeline runs on sample images; results to be shown next review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8900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Planned ML/DL Methods</a:t>
            </a:r>
            <a:endParaRPr lang="en-IN"/>
          </a:p>
        </p:txBody>
      </p:sp>
      <p:sp>
        <p:nvSpPr>
          <p:cNvPr id="2149301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AOD-Net (lightweight end-to-end dehazing CNN) and the CORUN/ADAM-Dehaze idea: route an image through a light/medium/heavy branch chosen by a predicted haze-density score, instead of one fixed classical formula</a:t>
            </a:r>
            <a:endParaRPr/>
          </a:p>
          <a:p>
            <a:pPr>
              <a:defRPr/>
            </a:pPr>
            <a:r>
              <a:rPr lang="en-US"/>
              <a:t>Plan: swap the DCP step for a small learned dehazing model, keep YOLOv8n as the detector, compare mAP/PSNR vs. the DCP baseline; no experiments run yet</a:t>
            </a:r>
            <a:endParaRPr/>
          </a:p>
          <a:p>
            <a:pPr>
              <a:defRPr/>
            </a:pPr>
            <a:r>
              <a:rPr lang="en-US"/>
              <a:t>Dataset: RESIDE (standard AOD-Net benchmark) — to be downloaded and kept ready</a:t>
            </a:r>
            <a:endParaRPr/>
          </a:p>
          <a:p>
            <a:pPr>
              <a:defRPr/>
            </a:pPr>
            <a:r>
              <a:rPr lang="en-US"/>
              <a:t>These experiments will be shown in the next review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005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Novelty and Comparison Plan</a:t>
            </a:r>
            <a:endParaRPr/>
          </a:p>
        </p:txBody>
      </p:sp>
      <p:sp>
        <p:nvSpPr>
          <p:cNvPr id="901918759" name="Content Placeholder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Novelty idea: replace the fixed light/medium/heavy thresholds in DCP with a small learned haze-density classifier (in the spirit of ADAM-Dehaze's HDEN), so dehazing strength adapts automatically; also test the pipeline on drone/aerial foggy imagery as a new application</a:t>
            </a:r>
            <a:endParaRPr/>
          </a:p>
          <a:p>
            <a:pPr>
              <a:defRPr/>
            </a:pPr>
            <a:r>
              <a:rPr lang="en-IN"/>
              <a:t>By the end of the project: a comparison table of the classical Dark Channel Prior pipeline vs. the learned ML/DL method, evaluated on the same sample images using PSNR and YOLOv8n detection count/confidence before and after dehazing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4671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Team Members' Technical Contribution</a:t>
            </a:r>
            <a:endParaRPr/>
          </a:p>
        </p:txBody>
      </p:sp>
      <p:sp>
        <p:nvSpPr>
          <p:cNvPr id="1229267852" name="Content Placeholder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Amritha P.P</dc:creator>
  <cp:lastModifiedBy/>
  <cp:revision>23</cp:revision>
  <dcterms:created xsi:type="dcterms:W3CDTF">2026-09-13T02:39:17Z</dcterms:created>
  <dcterms:modified xsi:type="dcterms:W3CDTF">2026-09-14T10:19:33Z</dcterms:modified>
</cp:coreProperties>
</file>