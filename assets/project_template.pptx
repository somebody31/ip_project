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5FF3-0F12-ED31-13EC-42C851864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6967A-6455-2163-D2C0-13083D846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22E06-B53F-233E-E688-85A4B6D1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3974C-DA6A-70DC-1EF2-FD1A10A3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35E9F-905C-74F9-C34E-E5B252115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55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CDA7-2940-7443-66DC-65C467CE6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74183-E9E2-9A5C-81A0-645AA3048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ACC7-48FC-DEA5-C766-9A529004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B8BD4-CB23-9A6B-FD87-F6A46CB0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C12F6-755A-086D-E5E4-89BA2C06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30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7A97-007E-1D31-BEBC-3642ED40D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643DC-58AC-084D-D686-F5627BFAC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C486B-AB95-F856-198B-3080D3B5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2CB0D-A95C-BB8B-8762-FB097575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2E538-90FB-FC10-8894-A4F46661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77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0374-4F04-D74D-ADD5-723FD759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E2F48-BACC-9C22-0D41-32E3FD57A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A5AD4-7192-3F6A-74AB-98DE35A41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39372-7DFB-6E34-13EC-08C30CFF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7475D-7262-EC17-4EBF-1A06294A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4525-16AB-BE23-9DA9-E5184BC0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33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EC68-77A1-928B-3A60-CA7A45CE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54FA0-C61C-2322-0A53-25A63125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C42F2-4679-F059-D8E9-2E8388D1D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78337-DED3-422E-21D7-EA14113F3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94492-2667-8B35-E2D2-50162165F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5DD43-DC99-ABC2-DCCE-344915EA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D2970-436D-200F-2228-6603074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4DD9A-B894-292A-80F4-FF7507E0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47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E6C6-EB43-DA9B-B2E0-66639232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03894-A6C3-B56E-3101-48DD9A92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848A1-E933-2B3C-514F-A7FE0548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AFAC8-F8C7-C63D-46AA-6A0D8687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31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C1360-F17C-548E-BA49-74FD301E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9B214-E9B1-3088-2F3A-D2EB6045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3CA90-3137-FAFE-1DD4-79DCD196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9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1656-4776-D1AD-A0D0-DD6810E14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14ECB-3579-50E3-4E7B-07B45A25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3D4FF-B63D-0671-4D8D-97C0033DA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84271-64E6-7CFD-AB73-553E017E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27FBD-37A5-1446-AAA4-BA1687C6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076A6-1A16-9892-9665-891D50F7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73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5D5C-E55E-08A6-D9C2-B44FF191D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16C2D-0DD5-552D-2C01-6B51BD1A8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796D7-2D6F-CE58-1CE4-1BAB26BD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A89E6-C8BA-AD9C-079A-95B411CA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F0206-70B2-C087-F558-E5EEEC50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E6078-1DE9-B8E5-6AD8-E0FF1F84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050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97C0-2E08-0B4A-0717-A9C11C8C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EC067-7F85-D6C4-6E57-FC73A4221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861B2-7323-8E31-511B-7FA65EF4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EED9-B595-2109-861A-18515CE4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456A-97C6-F5ED-3BF9-AA7587B2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42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E2673B-D759-E8DA-1797-E371A210C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0DC1E-AFDE-CE88-2E04-A73923BAC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7E376-870A-9707-D3C6-E9485051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1761F-7CF8-9AE8-591C-0338B31B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75358-259E-A857-0032-11DB9697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58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B82CC-81AB-DF0A-6082-FD96706E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B47E3-5F1B-6905-29DA-422200470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3AD34-99D7-7883-0D09-3E96606FF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B769C-86EB-4FFA-A25F-830189B85286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6C422-82A5-AA8D-5B5E-6EFF96EAB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8EFEB-9476-6A5D-96DF-FB9B9BDF7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3A0FD-BF9C-42A6-B274-D7D74D8E6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0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E09C6-8F85-5237-D6CC-38E4A56DA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Title: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71604-14F7-EAE6-3391-927CA1486E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members name and roll no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02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34A6-F6BD-A33A-4CA6-6EA119AF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A9A74-ECC9-8934-1CB3-13BBA3D0B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introduction about the project </a:t>
            </a:r>
          </a:p>
          <a:p>
            <a:r>
              <a:rPr lang="en-US" dirty="0"/>
              <a:t> why it is needed </a:t>
            </a:r>
          </a:p>
          <a:p>
            <a:r>
              <a:rPr lang="en-US" dirty="0"/>
              <a:t> any new application where you can apply this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70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CB5F-E32B-2FA8-C72B-A32D1B29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62D7B-F4A4-14B2-7BD4-BCCB72AC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AIM  what you will be doing and  the outcome of your project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47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3A9A-5E53-6F1F-5846-69966701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current method can be solved using traditional methods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2080-848A-C8FA-C611-84F812B3B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list the methods and show experimental results </a:t>
            </a:r>
          </a:p>
          <a:p>
            <a:r>
              <a:rPr lang="en-US" dirty="0"/>
              <a:t> parameter or performance metric used to assess your work </a:t>
            </a:r>
          </a:p>
          <a:p>
            <a:r>
              <a:rPr lang="en-US" dirty="0"/>
              <a:t> code you execute should be clear not just cut copy from internet source. All analysis should be done. </a:t>
            </a:r>
          </a:p>
          <a:p>
            <a:r>
              <a:rPr lang="en-US" dirty="0"/>
              <a:t> do experiments on two or three images from the dataset. Or create images.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7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BFCA8-7CC7-1095-77A9-2517509D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ML or DL methods which you will be trying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E4F81-5499-6423-29B8-90432C516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explanation on the process how you will be doing and what will be the expected output . No experiments needed now . </a:t>
            </a:r>
          </a:p>
          <a:p>
            <a:r>
              <a:rPr lang="en-US" dirty="0"/>
              <a:t> any dataset available. Just download and keep. </a:t>
            </a:r>
          </a:p>
          <a:p>
            <a:r>
              <a:rPr lang="en-US" dirty="0"/>
              <a:t> this experiments will be shown in next review.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97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E4F1-FE79-EEE5-2004-EB553DB06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49CDE-F537-9C67-779A-3887E1EB3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think of any novelty you can introduce to the existing one and any other application where you can apply. </a:t>
            </a:r>
          </a:p>
          <a:p>
            <a:r>
              <a:rPr lang="en-IN" dirty="0"/>
              <a:t> at the end of this project (</a:t>
            </a:r>
            <a:r>
              <a:rPr lang="en-IN" dirty="0" err="1"/>
              <a:t>nov</a:t>
            </a:r>
            <a:r>
              <a:rPr lang="en-IN" dirty="0"/>
              <a:t> </a:t>
            </a:r>
            <a:r>
              <a:rPr lang="en-IN"/>
              <a:t>first week ) you </a:t>
            </a:r>
            <a:r>
              <a:rPr lang="en-IN" dirty="0"/>
              <a:t>should have a table comparison of traditional results vs ML method . </a:t>
            </a:r>
          </a:p>
        </p:txBody>
      </p:sp>
    </p:spTree>
    <p:extLst>
      <p:ext uri="{BB962C8B-B14F-4D97-AF65-F5344CB8AC3E}">
        <p14:creationId xmlns:p14="http://schemas.microsoft.com/office/powerpoint/2010/main" val="29870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4647-9ABF-B8B3-9EA6-E7AD3AC6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44281-BCDF-DBBE-BAEE-D5B7E128E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</a:t>
            </a:r>
            <a:r>
              <a:rPr lang="en-US"/>
              <a:t>members technical </a:t>
            </a:r>
            <a:r>
              <a:rPr lang="en-US" dirty="0"/>
              <a:t>contribution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066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212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Title: </vt:lpstr>
      <vt:lpstr>Motivation</vt:lpstr>
      <vt:lpstr>Objective </vt:lpstr>
      <vt:lpstr>How current method can be solved using traditional methods </vt:lpstr>
      <vt:lpstr>What are the ML or DL methods which you will be trying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Amritha P.P</dc:creator>
  <cp:lastModifiedBy>Amritha P.P</cp:lastModifiedBy>
  <cp:revision>9</cp:revision>
  <dcterms:created xsi:type="dcterms:W3CDTF">2026-09-13T02:39:17Z</dcterms:created>
  <dcterms:modified xsi:type="dcterms:W3CDTF">2026-09-13T03:09:15Z</dcterms:modified>
</cp:coreProperties>
</file>